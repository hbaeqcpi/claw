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y Nguyen" initials="T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42EA2-01E7-4822-B001-E17202451A1C}"/>
              </a:ext>
            </a:extLst>
          </p:cNvPr>
          <p:cNvSpPr txBox="1"/>
          <p:nvPr/>
        </p:nvSpPr>
        <p:spPr>
          <a:xfrm>
            <a:off x="1509204" y="834501"/>
            <a:ext cx="612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[[Title]]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Ty Nguyen</cp:lastModifiedBy>
  <cp:revision>3</cp:revision>
  <dcterms:modified xsi:type="dcterms:W3CDTF">2021-10-11T15:44:22Z</dcterms:modified>
</cp:coreProperties>
</file>